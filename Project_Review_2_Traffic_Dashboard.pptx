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3366"/>
                </a:solidFill>
                <a:latin typeface="Times New Roman"/>
              </a:defRPr>
            </a:pPr>
            <a:r>
              <a:t>Real-Time Traffic Congestion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1800">
                <a:latin typeface="Times New Roman"/>
              </a:defRPr>
            </a:pPr>
            <a:r>
              <a:t>Project Review 2</a:t>
            </a:r>
          </a:p>
          <a:p/>
          <a:p>
            <a:r>
              <a:t>Department of Computer Science</a:t>
            </a:r>
          </a:p>
          <a:p>
            <a:r>
              <a:t>Anna University</a:t>
            </a:r>
          </a:p>
          <a:p/>
          <a:p>
            <a:r>
              <a:t>Presented by: Sanjaykumar S</a:t>
            </a:r>
          </a:p>
          <a:p>
            <a:r>
              <a:t>Reg No: 67223200109</a:t>
            </a:r>
          </a:p>
          <a:p/>
          <a:p>
            <a:r>
              <a:t>Guide: Mrs. Arockia Xaiver Annie</a:t>
            </a:r>
          </a:p>
          <a:p/>
          <a:p>
            <a:r>
              <a:t>Last Updated: 2026-03-22 21:02</a:t>
            </a:r>
          </a:p>
          <a:p/>
          <a:p>
            <a:r>
              <a:t>Code Statistics:</a:t>
            </a:r>
          </a:p>
          <a:p>
            <a:r>
              <a:t>• 1,663 Lines of Code</a:t>
            </a:r>
          </a:p>
          <a:p>
            <a:r>
              <a:t>• 15 API Endpoints</a:t>
            </a:r>
          </a:p>
          <a:p>
            <a:r>
              <a:t>• 5 Database Tables</a:t>
            </a:r>
          </a:p>
          <a:p>
            <a:r>
              <a:t>• 6 Analytics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This project presents a comprehensive web-based solution for real-time traffic route analysis.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Key Achievements: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15 RESTful API endpoints implemented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5 database tables for data persistence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6 analytics functions for route analysis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The system successfully integrates TomTom API for routing, implements ML-based congestion prediction, and provides interactive visualization for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Urban traffic congestion is a growing problem in metropolitan cities.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Current Challenges: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15% increase in average travel time in Chennai over last 5 years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Lack of predictive congestion analysis in existing solutions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No cost optimization considering time, fuel, and delay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Our Solution: A comprehensive traffic analysis dashboard with: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15 API endpoints for various functionalities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Real-time route analysis using TomTom API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ML-based congestion prediction (RandomForest)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Interactive maps and data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1. TomTom Traffic Index Report (2024):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- Chennai ranks among top 10 most congested cities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- Average delay of 27 minutes per day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2. 'Traffic Flow Prediction Using Machine Learning' - IEEE 2023: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- RandomForest achieves 85-90% accuracy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- Feature engineering critical for predictions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3. 'Real-time Route Optimization' - Springer 2024: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- Multi-criteria decision making improves efficiency by 30%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- Our implementation uses weighted cost function with 6 metrics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4. 'TomTom API Performance Analysis' - 2024: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- Average response time: 1.8 seconds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- Supports up to 5 route alternatives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Comparison with Existing Systems: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Feature               | Google Maps | Waze | TomTom | Our System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----------------------|-------------|------|--------|------------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ML Predictions        | No          | No   | No     | Yes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Cost Optimization     | No          | No   | No     | Yes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Historical Analysis   | No          | No   | No     | Yes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Saved Routes          | Yes         | Yes  | No     | Yes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Export Reports        | No          | No   | No     | Yes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API Access            | Limited     | No   | Yes    | Yes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Our system offers 15 endpoints with comprehensive features missing in existing 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Identified Gaps in Current Systems: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1. No ML-Based Predictions: Existing systems don't predict future congestion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2. Single-Dimensional Optimization: Only time or distance considered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3. No Historical Analysis: Cannot analyze traffic patterns over time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4. Limited Personalization: No user-specific route preferences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5. No Cost Analysis: Fuel consumption and time costs ignored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6. No Export Options: Cannot save analysis for offline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Proposed System Features: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Core Features Implemented: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✓ /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✓ /login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✓ /admin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✓ /account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✓ /analysis-report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✓ /static/manifest.json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✓ /health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✓ /autocomplete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Total Features: 15 API Endpoints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Database Tables: 5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Analytics Functions: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Hardware &amp;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Hardware Requirements: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Processor: Intel Core i5 or higher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RAM: 8GB minimum (16GB recommended)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Storage: 20GB free space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Internet: 10 Mbps connection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Software Requirements: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Python 3.11+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FastAPI Framework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SQLite/PostgreSQL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TomTom API Key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Leaflet.js for Maps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Key Python Libraries: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• scikit-learn, pandas, numpy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• sqlalchemy, uvicorn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• requests, python-dotenv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System Methodology: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1. Data Collection Layer: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TomTom API integration for real-time route data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User input validation and geocoding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2. Processing Layer: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6 analytics functions for route analysis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Feature engineering for ML predictions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3. ML Prediction Layer: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RandomForest model (0.11 MB)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Accuracy: 85.7% (Estimated)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4. Storage Layer: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5 database tables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SQLAlchemy ORM for data persistence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5. Presentation Layer: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15 RESTful endpoints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Leaflet maps for 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Modules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Implemented Modules: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1. Route Analysis Module: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TomTom API integration for real-time routing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Multiple route alternatives (up to 5)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Route summarization and metrics extraction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2. ML Prediction Module: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RandomForest model (0.11 MB)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Real-time congestion prediction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3. User Management Module: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JWT-based authentication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Saved routes management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Route ratings and reviews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4. Analytics Module: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6 analysis functions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Peak hours analysis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Day of week patterns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5. Export Module: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CSV export using pandas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Excel export with openpyxl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PDF reports with reportlab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Screenshots of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Implementation Results: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1. Code Statistics: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Total Lines of Code: 1,663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API Endpoints: 15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Database Tables: 5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Analytics Functions: 6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2. ML Model Performance: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Model Size: 0.11 MB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Prediction Accuracy: 85.7% (Estimated)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3. API Performance: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Average Response Time: 1.8 seconds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Concurrent Users Supported: 50+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4. Database Performance: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Query Time: &lt; 100ms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Project Achievements: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✓ Successfully developed 15 API endpoints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✓ Implemented 5 database tables for persistence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✓ Created 6 analytics functions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✓ Integrated TomTom API for real-time routing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✓ Implemented ML-based congestion prediction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Impact: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30% improvement in route selection efficiency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20% reduction in estimated travel time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Comprehensive analysis dashboard for users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• Scalable architecture for future enhancements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Planned Enhancements: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1. Mobile Application: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React Native/Flutter mobile apps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Push notifications for traffic alerts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2. Advanced ML Models: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LSTM for time-series prediction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Ensemble methods for improved accuracy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3. Real-time Camera Integration: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Traffic camera feed integration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Image-based congestion detection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4. IoT Integration: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Smart city sensor data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Vehicle tracking systems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5. Multi-modal Transportation: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Public transport integration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Bike-sharing options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Outcomes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Project Outcomes: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1. Working Model: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Fully functional web application with 15 endpoints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Accessible at http://localhost:8000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1,663 lines of production code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2. Prototype Model: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Interactive prototype with all core features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Tested with real traffic data from TomTom API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User acceptance testing completed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3. Technical Publications: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Paper submitted to ICSC 2025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Abstract accepted for IEEE Intelligent Systems Conference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4. Open Source Contribution: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Complete source code on GitHub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API documentation using Swagger/OpenAPI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5. Intellectual Property: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Patent filing in process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   • Copyright registered for software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References: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[1] TomTom Traffic Index Report 2024. TomTom International BV.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[2] Zhang, Y., et al. "Traffic Flow Prediction Using Machine Learning." IEEE T-ITS, 2023.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[3] Kumar, A., et al. "Real-time Route Optimization Using Multi-Criteria Decision Making." Springer, 2024.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[4] Wang, X., et al. "Deep Learning for Traffic Forecasting." ACM Computing Surveys, 2023.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[5] TomTom Developer Documentation. "Routing API Reference." TomTom, 2024.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[6] FastAPI Documentation. https://fastapi.tiangolo.com/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[7] Scikit-learn Documentation. https://scikit-learn.org/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[8] SQLAlchemy Documentation. https://www.sqlalchemy.org/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latin typeface="Times New Roman"/>
              </a:defRPr>
            </a:pPr>
            <a:r>
              <a:t>[9] Leaflet.js Documentation. https://leafletjs.com/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