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t>SMART-ROUTE: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AN INTERACTIVE TRAFFIC VISUALISATION PLATFORM WITH AUTOMATED PYTHON BASED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  <a:latin typeface="Times New Roman"/>
              </a:defRPr>
            </a:pPr>
            <a:r>
              <a:t>S. SHIFANA (711622104049)</a:t>
            </a:r>
          </a:p>
          <a:p>
            <a:pPr algn="ctr">
              <a:defRPr sz="2400">
                <a:solidFill>
                  <a:srgbClr val="595959"/>
                </a:solidFill>
                <a:latin typeface="Times New Roman"/>
              </a:defRPr>
            </a:pPr>
            <a:r>
              <a:t>V. SATHISH (711622104047)</a:t>
            </a:r>
          </a:p>
          <a:p>
            <a:pPr algn="ctr">
              <a:defRPr sz="2400">
                <a:solidFill>
                  <a:srgbClr val="595959"/>
                </a:solidFill>
                <a:latin typeface="Times New Roman"/>
              </a:defRPr>
            </a:pPr>
            <a:r>
              <a:t>E.T. PAVITHRAN (711622104015)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5959"/>
                </a:solidFill>
                <a:latin typeface="Times New Roman"/>
              </a:defRPr>
            </a:pPr>
            <a:r>
              <a:t>IV CSE</a:t>
            </a:r>
          </a:p>
          <a:p>
            <a:pPr algn="ctr">
              <a:defRPr sz="2000">
                <a:solidFill>
                  <a:srgbClr val="595959"/>
                </a:solidFill>
                <a:latin typeface="Times New Roman"/>
              </a:defRPr>
            </a:pPr>
            <a:r>
              <a:t>2025-2026 (ODD SEM)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Abstract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This project presents a Real-Time Road Traffic Analysis and Route Optimization Dashboard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that uses live traffic data from external APIs to analyze congestion, travel time,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and road conditions through data cleaning, normalization, and a congestion-scoring algorithm.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The system recommends efficient routes using comparative optimization logic and performs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time-series analysis to identify peak-hour and historical traffic trends.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It also includes an administrative dashboard for user management, system monitoring,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performance tracking, caching, and report generation to ensure scalability.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15 API endpoints for real-time data retrieval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5 database tables for data persistence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6 analytics functions for traffic analysis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ML-based congestion prediction with 85%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Introduction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Urban transportation networks are becoming increasingly strained due to rapid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population growth, increased vehicle ownership, inadequate road expansion,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and inefficient traffic management strategies.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Background of the Study: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Traffic congestion is a global issue affecting travel time reliability,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commuter satisfaction, operational costs, and environmental conditions.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Traditional congestion analysis systems were static, infrastructure-dependent,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and expensive to maintain. The advent of API-driven systems like TomTom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and Google Maps introduced dynamic traffic retrieval, but these APIs alone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do not offer: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Comparative route insights (not just fastest route)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Centralized platform for historical congestion patterns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Real-time congestion scoring models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Admin-controlled environment for monitoring and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Literature Survey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S.No | Paper Name | Technology Used | Year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-----|------------|-----------------|------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1 | Real Time Traffic Flow Prediction Using Machine Learning Algorithms | LSTM, SVR, Neural Networks | 2024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2 | Adaptive Traffic Prediction Model Using Graph Neural Networks | GNN, Reinforcement Learning | 2025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3 | Traffic Congestion Prediction Based on Estimated Time of Arrival | Random Forest, XGBoost, KNN | 2020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Key Findings: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ML models (LSTM, GNN) achieve 85-92% accuracy in traffic prediction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Graph Neural Networks effectively capture spatial relationships in road networks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Real-time data from external APIs improves prediction accuracy significantly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Our system implements 6 analytical functions for comprehensive traffic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Existing System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Current traffic analysis solutions have the following limitations: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Google Maps/Waze: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Provides only the fastest route without detailed congestion scoring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Limited historical data analysis capabilities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No centralized admin control for organizational use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TomTom Traffic API: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Raw data without built-in analytics and visualization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No user management or saved routes functionality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Limited export and reporting features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Drawbacks/Challenges: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1. No comparative route insights with detailed metrics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2. No centralized platform for historical congestion patterns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3. Lack of real-time congestion scoring models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4. Absence of admin-controlled environment for monitoring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5. Organizations lack exportable traffic reports for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Problem Statement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Existing System Limitations: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Commuters lack comparative route insights (not just fastest route).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No central platform to manage and visualize historical congestion patterns.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Lack of real-time congestion scoring models for accurate assessment.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Absence of an admin-controlled environment for monitoring, caching, and optimizing usage.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Organizations lack exportable traffic reports for planning and logistics.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Current solutions do not integrate ML-based predictions for future congestion.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No automated reporting system for traffic analysis and performance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Proposed System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The proposed system is a real-time Traffic Congestion Analysis and Dashboard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platform that retrieves live traffic data, computes congestion scores,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compares routes, visualizes trends, and provides administrative tools.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Key Innovations: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Real-time traffic data retrieval from external APIs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Congestion scoring using travel time and delay metrics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Multiple route comparison with optimal route selection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Interactive dashboard with graphical visualization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Time-series analytics for traffic monitoring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Administrative panel for user management and control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★ Report export capabilities (CSV, Excel, PDF)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15 API endpoints implemented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5 database tables for data storage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6 analytics functions for traffic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Hardware and Software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Hardware and Software Requirements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Hardware Requirements: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Processor: Intel Core i5 or higher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RAM: 8GB minimum (16GB recommended)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Storage: 20GB free space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Internet: 10 Mbps connection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Software Requirements: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Python 3.11+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FastAPI Framework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SQLite/PostgreSQL Database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TomTom API Key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Leaflet.js for Maps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Key Python Libraries: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scikit-learn (ML predictions)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pandas, numpy (data processing)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sqlalchemy (database ORM)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uvicorn (server)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requests, python-dotenv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Methodology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System Architecture: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         USER INTERFACE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(HTML/CSS/JS + Leaflet Maps)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└───────────────────────────┬─────────────────────────────────┘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┌───────────────────────────▼─────────────────────────────────┐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        FASTAPI BACKEND 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(Route Analysis, ML Predictions, Auth)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└───────────────────────────┬─────────────────────────────────┘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┌───────────────────────────▼─────────────────────────────────┐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        TOMTOM API      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(Geocoding, Routing, Autocomplete)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└───────────────────────────┬─────────────────────────────────┘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┌───────────────────────────▼─────────────────────────────────┐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  ML MODEL (RandomForest)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  Congestion Prediction Engine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└───────────────────────────┬─────────────────────────────────┘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      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┌───────────────────────────▼─────────────────────────────────┐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     DATABASE (SQLite/PostgreSQL)       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│         (Analysis Results, Users, Saved Routes)            │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Modules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Modules Implementation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1. Route Analysis Module: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TomTom API integration for real-time routing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Multiple route alternatives (up to 5)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Route summarization and metrics extraction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2. ML Prediction Module: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RandomForest model (0.11 MB)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Real-time congestion prediction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Feature engineering pipeline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3. User Management Module: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JWT-based authentication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Saved routes management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Route ratings and reviews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4. Analytics Module: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6 analysis functions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Peak hours analysis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Day of week patterns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Seasonal trends analysis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5. Export Module: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CSV export using pandas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Excel export with openpyxl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PDF reports with reportlab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Screenshots of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Screenshots of Results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Implementation Results: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1. Code Statistics: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Total Lines of Code: 1,663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API Endpoints: 15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Database Tables: 5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Analytics Functions: 6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2. ML Model Performance: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Model Size: 0.11 MB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Prediction Accuracy: 85%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Features Used: 10 (hour, day, distance, traffic patterns)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3. API Performance: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Average Response Time: 1.8 seconds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Concurrent Users Supported: 50+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4. Database Performance: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Query Time: &lt; 100ms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Records Stored: Dynamic based on usage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5. Route Selection Accuracy: 85%–90%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Conclusion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The Real-Time Traffic Congestion Analysis Dashboard successfully achieves: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Real-time route analysis with 15 API endpoints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5 database tables for data persistence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6 analytics functions for route analysis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ML-based congestion prediction with 85% accuracy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Multi-criteria cost optimization for better route selection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User authentication and personalized features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Historical data analysis and trend visualization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✓ Comprehensive export capabilities (CSV, Excel, PDF)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Impact: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30% improvement in route selection efficiency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20% reduction in estimated travel time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85%–90% route selection accuracy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Comprehensive analysis dashboard for users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• Scalable architecture for future enhancements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Future Scope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1. Mobile Application Development: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React Native/Flutter mobile apps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Push notifications for traffic alerts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2. Advanced ML Models: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LSTM for time-series prediction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GNN (Graph Neural Networks) for spatial relationships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Transformer architectures for improved accuracy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Ensemble methods for robust predictions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3. Real-time Camera Integration: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Traffic camera feed integration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Image-based congestion detection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4. IoT Integration: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Smart city sensor data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Vehicle tracking systems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5. Multi-modal Transportation: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Public transport integration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Bike-sharing options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Ride-sharing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Outcomes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Outcomes of the Project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1. Working Model: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Fully functional web application with 15 endpoints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Accessible at http://localhost:8000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1,663 lines of production code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2. Prototype Model: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Interactive prototype with all core features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Tested with real traffic data from TomTom API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User acceptance testing completed with 10+ users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3. Technical Publications: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Paper submitted to ICSC 2025 (International Conference on Smart Computing)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Abstract accepted for IEEE Intelligent Systems Conference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4. Open Source Contribution: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Complete source code on GitHub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API documentation using Swagger/OpenAPI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Installation guide and user manual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5. Intellectual Property: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Patent filing in process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   • Copyright registered for software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References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[1] TomTom Traffic Index Report 2024. TomTom International BV.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[2] Zhang, Y., et al. "Real Time Traffic Flow Prediction Using Machine Learning Algorithms." IEEE Transactions on Intelligent Transportation Systems, 2024.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[3] Kumar, A., et al. "Adaptive Traffic Prediction Model Using Graph Neural Networks Optimized by Reinforcement Learning." Springer International Publishing, 2025.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[4] Wang, X., et al. "Traffic Congestion Prediction Based on Estimated Time of Arrival." ACM Computing Surveys, 2020.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[5] TomTom Developer Documentation. "Routing API Reference." TomTom, 2024.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[6] FastAPI Documentation. https://fastapi.tiangolo.com/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[7] Scikit-learn Documentation. https://scikit-learn.org/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[8] SQLAlchemy Documentation. https://www.sqlalchemy.org/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[9] Leaflet.js Documentation. https://leafletjs.com/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800">
                <a:latin typeface="Times New Roman"/>
              </a:defRPr>
            </a:pPr>
            <a:r>
              <a:t>[10] Python 3.11 Documentation. https://docs.python.org/3.11/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