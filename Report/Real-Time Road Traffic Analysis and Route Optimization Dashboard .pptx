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25"/>
  </p:notesMasterIdLst>
  <p:sldIdLst>
    <p:sldId id="256" r:id="rId2"/>
    <p:sldId id="270" r:id="rId3"/>
    <p:sldId id="257" r:id="rId4"/>
    <p:sldId id="258" r:id="rId5"/>
    <p:sldId id="259" r:id="rId6"/>
    <p:sldId id="271" r:id="rId7"/>
    <p:sldId id="260" r:id="rId8"/>
    <p:sldId id="272" r:id="rId9"/>
    <p:sldId id="262" r:id="rId10"/>
    <p:sldId id="278" r:id="rId11"/>
    <p:sldId id="261" r:id="rId12"/>
    <p:sldId id="263" r:id="rId13"/>
    <p:sldId id="264" r:id="rId14"/>
    <p:sldId id="273" r:id="rId15"/>
    <p:sldId id="265" r:id="rId16"/>
    <p:sldId id="266" r:id="rId17"/>
    <p:sldId id="267" r:id="rId18"/>
    <p:sldId id="274" r:id="rId19"/>
    <p:sldId id="275" r:id="rId20"/>
    <p:sldId id="276" r:id="rId21"/>
    <p:sldId id="277" r:id="rId22"/>
    <p:sldId id="268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992" autoAdjust="0"/>
  </p:normalViewPr>
  <p:slideViewPr>
    <p:cSldViewPr snapToGrid="0" snapToObjects="1">
      <p:cViewPr varScale="1">
        <p:scale>
          <a:sx n="89" d="100"/>
          <a:sy n="89" d="100"/>
        </p:scale>
        <p:origin x="224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AF4FE-01AD-4896-A387-CA254F20F38A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83D4C-1337-445B-AC94-8BA472B766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239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Good morning sir/madam.</a:t>
            </a:r>
            <a:br>
              <a:rPr lang="en-US"/>
            </a:br>
            <a:r>
              <a:rPr lang="en-US"/>
              <a:t>I am presenting my MCA final year project titled </a:t>
            </a:r>
            <a:r>
              <a:rPr lang="en-US" i="1"/>
              <a:t>Real-Time Road Traffic Analysis and Route Optimization</a:t>
            </a:r>
            <a:r>
              <a:rPr lang="en-US"/>
              <a:t>.</a:t>
            </a:r>
            <a:br>
              <a:rPr lang="en-US"/>
            </a:br>
            <a:r>
              <a:rPr lang="en-US"/>
              <a:t>This project focuses on analyzing traffic data and helping users choose better routes.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29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project focuses on analyzing real-time road traffic congestion using API-based data analytics.</a:t>
            </a:r>
            <a:br>
              <a:rPr lang="en-US"/>
            </a:br>
            <a:r>
              <a:rPr lang="en-US"/>
              <a:t>The system collects live traffic data, calculates congestion scores, and compares multiple routes.</a:t>
            </a:r>
            <a:br>
              <a:rPr lang="en-US"/>
            </a:br>
            <a:r>
              <a:rPr lang="en-US"/>
              <a:t>It provides analytical insights and visualizations such as time-series charts to support better route selection.</a:t>
            </a:r>
            <a:br>
              <a:rPr lang="en-US"/>
            </a:br>
            <a:r>
              <a:rPr lang="en-US"/>
              <a:t>The application is implemented as a web-based dashboard with user and admin functionalities.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277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Road traffic congestion is a major issue in urban areas.</a:t>
            </a:r>
            <a:br>
              <a:rPr lang="en-US"/>
            </a:br>
            <a:r>
              <a:rPr lang="en-US"/>
              <a:t>Existing navigation systems show routes but do not provide analytical congestion comparison.</a:t>
            </a:r>
            <a:br>
              <a:rPr lang="en-US"/>
            </a:br>
            <a:r>
              <a:rPr lang="en-US"/>
              <a:t>This creates difficulty in choosing the most efficient route.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473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main objectives are to analyze real-time traffic data, calculate congestion score, compare routes, and visualize traffic patterns for better decision making.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38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existing system, navigation applications mainly provide route directions and estimated travel time.</a:t>
            </a:r>
            <a:br>
              <a:rPr lang="en-US"/>
            </a:br>
            <a:r>
              <a:rPr lang="en-US"/>
              <a:t>They do not offer analytical congestion scoring or historical traffic trend visualization.</a:t>
            </a:r>
            <a:br>
              <a:rPr lang="en-US"/>
            </a:br>
            <a:r>
              <a:rPr lang="en-US"/>
              <a:t>Users cannot compare routes based on congestion metrics.</a:t>
            </a:r>
            <a:br>
              <a:rPr lang="en-US"/>
            </a:br>
            <a:r>
              <a:rPr lang="en-US"/>
              <a:t>There is also no administrative monitoring or data analysis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962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proposed system analyzes real-time traffic data obtained from external APIs.</a:t>
            </a:r>
            <a:br>
              <a:rPr lang="en-US"/>
            </a:br>
            <a:r>
              <a:rPr lang="en-US"/>
              <a:t>It computes a congestion score for each route and allows analytical comparison between routes.</a:t>
            </a:r>
            <a:br>
              <a:rPr lang="en-US"/>
            </a:br>
            <a:r>
              <a:rPr lang="en-US"/>
              <a:t>The system provides time-series visualizations to understand traffic trends.</a:t>
            </a:r>
            <a:br>
              <a:rPr lang="en-US"/>
            </a:br>
            <a:r>
              <a:rPr lang="en-US"/>
              <a:t>It also includes basic admin features for monitoring and data management.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876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diagram shows the overall architecture.</a:t>
            </a:r>
            <a:br>
              <a:rPr lang="en-US"/>
            </a:br>
            <a:r>
              <a:rPr lang="en-US"/>
              <a:t>The user interacts with the web dashboard.</a:t>
            </a:r>
            <a:br>
              <a:rPr lang="en-US"/>
            </a:br>
            <a:r>
              <a:rPr lang="en-US"/>
              <a:t>The backend fetches traffic data from the API, processes it, and displays analytics to the user.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45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use case diagram represents the interaction between users, admins, and the system.</a:t>
            </a:r>
            <a:br>
              <a:rPr lang="en-US"/>
            </a:br>
            <a:r>
              <a:rPr lang="en-US"/>
              <a:t>Users can input route details, analyze traffic conditions, and view reports.</a:t>
            </a:r>
            <a:br>
              <a:rPr lang="en-US"/>
            </a:br>
            <a:r>
              <a:rPr lang="en-US"/>
              <a:t>Admin users can monitor system usage and manage basic configurations.</a:t>
            </a:r>
            <a:br>
              <a:rPr lang="en-US"/>
            </a:br>
            <a:r>
              <a:rPr lang="en-US"/>
              <a:t>This diagram defines the functional scope of the application.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3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data flow diagram shows how route input flows through the system.</a:t>
            </a:r>
            <a:br>
              <a:rPr lang="en-US"/>
            </a:br>
            <a:r>
              <a:rPr lang="en-US"/>
              <a:t>The system fetches traffic data, calculates congestion, and returns results to the user.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767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ER diagram represents the </a:t>
            </a:r>
            <a:r>
              <a:rPr lang="en-US" b="1"/>
              <a:t>database structure</a:t>
            </a:r>
            <a:r>
              <a:rPr lang="en-US"/>
              <a:t> of the road traffic analysis system.</a:t>
            </a:r>
            <a:br>
              <a:rPr lang="en-US"/>
            </a:br>
            <a:r>
              <a:rPr lang="en-US"/>
              <a:t>It shows how users, routes, and traffic data are related and stored for analysis and reporting.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876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Congestion score is calculated using the ratio of travel time to free-flow time.</a:t>
            </a:r>
            <a:br>
              <a:rPr lang="en-US"/>
            </a:br>
            <a:r>
              <a:rPr lang="en-US"/>
              <a:t>A higher score indicates higher congestion.</a:t>
            </a:r>
            <a:br>
              <a:rPr lang="en-US"/>
            </a:br>
            <a:r>
              <a:rPr lang="en-US"/>
              <a:t>This allows objective route comparison.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910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frontend is developed using HTML, CSS, and JavaScript.</a:t>
            </a:r>
            <a:br>
              <a:rPr lang="en-US"/>
            </a:br>
            <a:r>
              <a:rPr lang="en-US"/>
              <a:t>Backend is implemented using Python Flask.</a:t>
            </a:r>
            <a:br>
              <a:rPr lang="en-US"/>
            </a:br>
            <a:r>
              <a:rPr lang="en-US"/>
              <a:t>Traffic data is fetched using a real-time API.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28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chart shows congestion variation over time.</a:t>
            </a:r>
            <a:br>
              <a:rPr lang="en-US"/>
            </a:br>
            <a:r>
              <a:rPr lang="en-US"/>
              <a:t>It helps identify peak traffic periods and supports better route planning.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94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system is developed using standard software tools.</a:t>
            </a:r>
            <a:br>
              <a:rPr lang="en-US"/>
            </a:br>
            <a:r>
              <a:rPr lang="en-US"/>
              <a:t>The frontend is implemented using HTML, CSS, and JavaScript.</a:t>
            </a:r>
            <a:br>
              <a:rPr lang="en-US"/>
            </a:br>
            <a:r>
              <a:rPr lang="en-US"/>
              <a:t>The backend is developed using Python with the Flask framework.</a:t>
            </a:r>
            <a:br>
              <a:rPr lang="en-US"/>
            </a:br>
            <a:r>
              <a:rPr lang="en-US"/>
              <a:t>Real-time traffic data is fetched using a third-party traffic API.</a:t>
            </a:r>
            <a:br>
              <a:rPr lang="en-US"/>
            </a:br>
            <a:r>
              <a:rPr lang="en-US"/>
              <a:t>Data processing and visualization are handled using Python libraries.</a:t>
            </a:r>
            <a:br>
              <a:rPr lang="en-US"/>
            </a:br>
            <a:br>
              <a:rPr lang="en-US"/>
            </a:br>
            <a:r>
              <a:rPr lang="en-US"/>
              <a:t>The application does not require high-end hardware.</a:t>
            </a:r>
            <a:br>
              <a:rPr lang="en-US"/>
            </a:br>
            <a:r>
              <a:rPr lang="en-US"/>
              <a:t>It can run on a system with an Intel i3 processor or higher.</a:t>
            </a:r>
            <a:br>
              <a:rPr lang="en-US"/>
            </a:br>
            <a:r>
              <a:rPr lang="en-US"/>
              <a:t>Minimum 4 GB RAM is sufficient.</a:t>
            </a:r>
            <a:br>
              <a:rPr lang="en-US"/>
            </a:br>
            <a:r>
              <a:rPr lang="en-US"/>
              <a:t>The system is suitable for normal desktop or laptop environments.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144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system was tested for performance.</a:t>
            </a:r>
            <a:br>
              <a:rPr lang="en-US"/>
            </a:br>
            <a:r>
              <a:rPr lang="en-US"/>
              <a:t>API response time is under 2 seconds and dashboard loads within 3 seconds.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304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system depends on third-party traffic APIs.</a:t>
            </a:r>
            <a:br>
              <a:rPr lang="en-US"/>
            </a:br>
            <a:r>
              <a:rPr lang="en-US"/>
              <a:t>It is currently limited to selected routes and does not include advanced prediction.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979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future, machine learning models can be added for congestion prediction.</a:t>
            </a:r>
            <a:br>
              <a:rPr lang="en-US"/>
            </a:br>
            <a:r>
              <a:rPr lang="en-US"/>
              <a:t>The system can also be extended as a mobile application.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99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project successfully analyzes road traffic data and provides meaningful insights.</a:t>
            </a:r>
            <a:br>
              <a:rPr lang="en-US"/>
            </a:br>
            <a:r>
              <a:rPr lang="en-US"/>
              <a:t>It supports better route decision making using analytics.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647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Thank you sir/madam.</a:t>
            </a:r>
            <a:br>
              <a:rPr lang="en-US"/>
            </a:br>
            <a:r>
              <a:rPr lang="en-US"/>
              <a:t>I am ready to answer your questions.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83D4C-1337-445B-AC94-8BA472B766C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93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75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35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2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9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0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9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2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9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1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67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8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7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Road Traffic Analysis and Route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642039"/>
            <a:ext cx="5918454" cy="1069848"/>
          </a:xfrm>
        </p:spPr>
        <p:txBody>
          <a:bodyPr>
            <a:normAutofit lnSpcReduction="10000"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Name 	: 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Sanjaykumar S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Number 	: 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67223200109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 		: </a:t>
            </a: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Arockia Xaiver Annie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B46A-F277-4BDA-08F5-73E0570E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4946F-8A3B-3CCB-AE6F-7BFFD669B2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focuses on analyzing real-time road traffic congestion using api-based data analytics.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calculates congestion scores, compares multiple routes, and visualizes traffic trends.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provides analytical insights to help users choose better travel routes.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is implemented as a web-based dashboard.</a:t>
            </a:r>
          </a:p>
        </p:txBody>
      </p:sp>
    </p:spTree>
    <p:extLst>
      <p:ext uri="{BB962C8B-B14F-4D97-AF65-F5344CB8AC3E}">
        <p14:creationId xmlns:p14="http://schemas.microsoft.com/office/powerpoint/2010/main" val="70133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 road traffic congestion causes delay, fuel loss, and inconvenience.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navigation systems mainly provide directions without analytical comparison.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lack congestion scoring and historical traffic insights.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need for an analytical system to support better route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real-time road traffic data.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compute congestion scores for selected routes.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compare multiple routes analytically.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visualize traffic patterns using charts.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optimized route suggestions.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basic route navigation.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 not calculate congestion scores.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historical or analytical traffic visualization.</a:t>
            </a:r>
          </a:p>
          <a:p>
            <a:r>
              <a:rPr lang="en-US" cap="none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support for administrative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2933-7B80-D120-05AB-5C392BAE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CD635D-51BD-8836-7CC6-191944892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real-time traffic data from external APIs.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Computes congestion scores for route comparison.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analytics and time-series visualizations.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user and admin modules for monitoring.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438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FA9FBE-DBC1-A97D-D71F-6D403F88E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676" y="3320390"/>
            <a:ext cx="4468391" cy="29789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0" y="132135"/>
            <a:ext cx="7773338" cy="1596177"/>
          </a:xfrm>
        </p:spPr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510" y="1608337"/>
            <a:ext cx="7773339" cy="3424107"/>
          </a:xfrm>
        </p:spPr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interacts with the web-based dashboard.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processes route requests.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traffic data is fetched from API.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module computes congestion and displays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34EA-3BE8-F664-A807-8ACD2F617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180774"/>
            <a:ext cx="7773338" cy="1596177"/>
          </a:xfrm>
        </p:spPr>
        <p:txBody>
          <a:bodyPr/>
          <a:lstStyle/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1E36E-2370-2D66-712C-BDAFAF441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0" y="1776951"/>
            <a:ext cx="7773339" cy="3424107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interactions between User, Admin, and the system.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can analyze routes and view reports.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can monitor users and system data.</a:t>
            </a:r>
          </a:p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46961-714F-F0E0-4586-1C01291323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915" b="12407"/>
          <a:stretch>
            <a:fillRect/>
          </a:stretch>
        </p:blipFill>
        <p:spPr>
          <a:xfrm>
            <a:off x="1928330" y="3236941"/>
            <a:ext cx="4112548" cy="325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2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72667"/>
            <a:ext cx="7773338" cy="1596177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FLOW DIAGRAM (LEVEL 0)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1520788"/>
            <a:ext cx="7773339" cy="3424107"/>
          </a:xfrm>
        </p:spPr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inputs route details.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fetches traffic data.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Congestion is calculated.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are displayed on the dashboard.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8DB35D-6481-E162-06E0-B7B7FAD7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240"/>
          <a:stretch>
            <a:fillRect/>
          </a:stretch>
        </p:blipFill>
        <p:spPr>
          <a:xfrm>
            <a:off x="1916349" y="3232841"/>
            <a:ext cx="5058383" cy="2858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852A-B7FB-C8FD-9F7D-31FFA43E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1771"/>
            <a:ext cx="7772400" cy="848057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80CA-4F76-737E-E83C-D6BB004DE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09828"/>
            <a:ext cx="7772400" cy="4050792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ER diagram represents the database structure of the traffic analysis system.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create routes, and each route generates multiple traffic records over time.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records store congestion-related metrics used for analysis and visualization.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actions are optionally logged for monitoring purposes.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ED010-DE09-4DE2-8B53-73ABBB3FADC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5"/>
          <a:stretch>
            <a:fillRect/>
          </a:stretch>
        </p:blipFill>
        <p:spPr bwMode="auto">
          <a:xfrm>
            <a:off x="1900798" y="3691955"/>
            <a:ext cx="4959133" cy="29042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49969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Congestion 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Congestion Score = Travel Time / No Traffic Time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score indicates higher congestion.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objective comparison between routes.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and efficient for real-time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1792"/>
            <a:ext cx="7773338" cy="1596177"/>
          </a:xfrm>
        </p:spPr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675925"/>
            <a:ext cx="7773339" cy="3424107"/>
          </a:xfrm>
        </p:spPr>
        <p:txBody>
          <a:bodyPr>
            <a:normAutofit/>
          </a:bodyPr>
          <a:lstStyle/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Frontend: HTML, CSS, JavaScript</a:t>
            </a:r>
          </a:p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Backend: Python (Flask Framework)</a:t>
            </a:r>
          </a:p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API: Real-time Traffic Data API</a:t>
            </a:r>
          </a:p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Database: CSV / SQLite</a:t>
            </a:r>
          </a:p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Visualization: Charts for analytics</a:t>
            </a:r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4998"/>
            <a:ext cx="7773338" cy="1596177"/>
          </a:xfrm>
        </p:spPr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1656536"/>
            <a:ext cx="7773339" cy="3424107"/>
          </a:xfrm>
        </p:spPr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congestion variation over time.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peak traffic hours.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data-driven route planning.</a:t>
            </a:r>
            <a:endParaRPr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02972-C368-BD35-4B91-A6624CD03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04" y="3252713"/>
            <a:ext cx="8232880" cy="26361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7E519-B9D4-11F3-BE8C-5D1737C0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&amp; HARDWARE REQUIREMEaNTS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025EC-4ECD-417D-442B-FBDB0BF16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Requirements: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Operating System: Windows 10 or above</a:t>
            </a:r>
          </a:p>
          <a:p>
            <a:pPr marL="0" indent="0">
              <a:buNone/>
            </a:pP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Programming Language: Python</a:t>
            </a:r>
          </a:p>
          <a:p>
            <a:pPr marL="0" indent="0">
              <a:buNone/>
            </a:pP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Framework: Flask</a:t>
            </a:r>
          </a:p>
          <a:p>
            <a:pPr marL="0" indent="0">
              <a:buNone/>
            </a:pP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Tools: VS Code / Anaconda</a:t>
            </a:r>
          </a:p>
          <a:p>
            <a:pPr marL="0" indent="0">
              <a:buNone/>
            </a:pPr>
            <a:r>
              <a:rPr lang="en-IN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Requirements: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Processor: Intel i3 or higher</a:t>
            </a:r>
          </a:p>
          <a:p>
            <a:pPr marL="0" indent="0">
              <a:buNone/>
            </a:pPr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RAM: Minimum 4 GB</a:t>
            </a:r>
          </a:p>
        </p:txBody>
      </p:sp>
    </p:spTree>
    <p:extLst>
      <p:ext uri="{BB962C8B-B14F-4D97-AF65-F5344CB8AC3E}">
        <p14:creationId xmlns:p14="http://schemas.microsoft.com/office/powerpoint/2010/main" val="3424093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response time: Less than 2 seconds.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load time: Within 3 seconds.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comparison processed instantly.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functions as expected under normal conditions.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Dependent on third-party traffic API availability.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to selected routes and locations.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predictive congestion modeling implemented.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of machine learning for congestion prediction.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application development.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Expansion to city-wide traffic analysis.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and notification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81E8-AE80-F06B-DD4B-261EABE8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Screenshots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9E5CC1-7A20-E58B-B923-911F9468A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29" y="1851528"/>
            <a:ext cx="7773339" cy="3424107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Page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017CF9-A563-4629-4F36-61ED3AD8D7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46" r="28298"/>
          <a:stretch>
            <a:fillRect/>
          </a:stretch>
        </p:blipFill>
        <p:spPr>
          <a:xfrm>
            <a:off x="2402732" y="2264940"/>
            <a:ext cx="4046706" cy="424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68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5D55-3B34-F553-4CF9-F87AEC95F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61" y="1073315"/>
            <a:ext cx="7773339" cy="3424107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Analyer Page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983EF1-A958-DD43-D17A-4938E31C6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90" y="1996298"/>
            <a:ext cx="7674913" cy="359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8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7F619-32F6-9136-2A8C-0ED4CA0AC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511" y="1452694"/>
            <a:ext cx="7773339" cy="3424107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Detailed Dashboard Report page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27EE8-0F3E-536E-1070-0557C8B5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12" y="2309644"/>
            <a:ext cx="7928978" cy="371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3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44539-A558-EE87-1A17-FADAACF98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30" y="1248413"/>
            <a:ext cx="7773339" cy="3424107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Panel page</a:t>
            </a:r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A12A3-4151-5C0C-418A-5116D6F7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24" y="2094720"/>
            <a:ext cx="7691545" cy="351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33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successfully analyzes real-time road traffic congestion.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provides analytical insights through congestion scoring and visualization.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users make informed route decisions.</a:t>
            </a:r>
          </a:p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the practical application of data analytics in traffic management.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532" y="2469074"/>
            <a:ext cx="7772400" cy="1609344"/>
          </a:xfrm>
        </p:spPr>
        <p:txBody>
          <a:bodyPr/>
          <a:lstStyle/>
          <a:p>
            <a:pPr algn="ctr"/>
            <a:r>
              <a: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114</TotalTime>
  <Words>1349</Words>
  <Application>Microsoft Office PowerPoint</Application>
  <PresentationFormat>On-screen Show (4:3)</PresentationFormat>
  <Paragraphs>136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Rockwell</vt:lpstr>
      <vt:lpstr>Rockwell Condensed</vt:lpstr>
      <vt:lpstr>Wingdings</vt:lpstr>
      <vt:lpstr>Wood Type</vt:lpstr>
      <vt:lpstr>Real-Time Road Traffic Analysis and Route Optimization</vt:lpstr>
      <vt:lpstr>ABSTRACT</vt:lpstr>
      <vt:lpstr>Problem Statement</vt:lpstr>
      <vt:lpstr>Objectives</vt:lpstr>
      <vt:lpstr>Existing System</vt:lpstr>
      <vt:lpstr>PROPOSED SYSTEM</vt:lpstr>
      <vt:lpstr>System Architecture</vt:lpstr>
      <vt:lpstr>USE CASE DIAGRAM</vt:lpstr>
      <vt:lpstr>DATA FLOW DIAGRAM (LEVEL 0)</vt:lpstr>
      <vt:lpstr>ER Diagram</vt:lpstr>
      <vt:lpstr>Congestion Calculation Logic</vt:lpstr>
      <vt:lpstr>Implementation Overview</vt:lpstr>
      <vt:lpstr>Analytics &amp; Visualization</vt:lpstr>
      <vt:lpstr>SOFTWARE &amp; HARDWARE REQUIREMEaNTS</vt:lpstr>
      <vt:lpstr>Testing &amp; Results</vt:lpstr>
      <vt:lpstr>Limitations</vt:lpstr>
      <vt:lpstr>Future Enhancements</vt:lpstr>
      <vt:lpstr>OutPUT Screenshots</vt:lpstr>
      <vt:lpstr>PowerPoint Presentation</vt:lpstr>
      <vt:lpstr>PowerPoint Presentation</vt:lpstr>
      <vt:lpstr>PowerPoint Presentation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Sanjaykumar S</cp:lastModifiedBy>
  <cp:revision>7</cp:revision>
  <dcterms:created xsi:type="dcterms:W3CDTF">2013-01-27T09:14:16Z</dcterms:created>
  <dcterms:modified xsi:type="dcterms:W3CDTF">2025-12-19T05:51:02Z</dcterms:modified>
  <cp:category/>
</cp:coreProperties>
</file>